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0" y="822960"/>
            <a:ext cx="10362895" cy="5212080"/>
          </a:xfrm>
          <a:prstGeom prst="roundRect">
            <a:avLst/>
          </a:prstGeom>
          <a:solidFill>
            <a:srgbClr val="101624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463040" y="1371600"/>
            <a:ext cx="8686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JSW MOTORS · HR OPERATING STANDARDS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3040" y="1920240"/>
            <a:ext cx="9144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FFFFFF"/>
                </a:solidFill>
              </a:defRPr>
            </a:pPr>
            <a:r>
              <a:t>Executive Infographics Suite</a:t>
            </a:r>
          </a:p>
          <a:p>
            <a:pPr>
              <a:defRPr sz="1800">
                <a:solidFill>
                  <a:srgbClr val="94A3B8"/>
                </a:solidFill>
              </a:defRPr>
            </a:pPr>
            <a:r>
              <a:t>Dark 3D Chapter-wise Visual Architecture &amp; Compliance Framework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EXECUTIVE INFOGRAPHIC ROADMAP</a:t>
            </a:r>
          </a:p>
          <a:p>
            <a:pPr>
              <a:defRPr sz="2400" b="1">
                <a:solidFill>
                  <a:srgbClr val="FFFFFF"/>
                </a:solidFill>
              </a:defRPr>
            </a:pPr>
            <a:r>
              <a:t>All 15 Chapter-Wise Infographics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ark_slide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ark_slide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ark_slide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ark_slide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ark_slide_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ark_slide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ark_slide_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ark_slide_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ark_slide_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ark_slide_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ark_slide_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ark_slide_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ark_slide_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ark_slide_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ark_slide_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